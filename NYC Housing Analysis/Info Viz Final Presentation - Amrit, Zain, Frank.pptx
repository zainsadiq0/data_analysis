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kaggle.com/datasets/new-york-city/nyc-property-sales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9d08adef0_0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9d08adef0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9da1e3e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9da1e3e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Source: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https://www.kaggle.com/datasets/new-york-city/nyc-property-sales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9da1e3e4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9da1e3e4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da1e3e4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9da1e3e4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 shows our final dashboard, which brings together multiple visualizations to represent housing data across New York City.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the top, we have a bar chart showing the average sale price by borough.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bottom left, we included a map that displays property sales by ZIP code, where darker areas indicate higher activity.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bttom right, we have a treemap that compares total property sales across boroughs.</a:t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Together, these visualizations help viewers understand both pricing differences and housing activity across NYC.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9da1e3e4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9da1e3e4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slide shows our physical installation of the dashboard.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printed the dashboard in an 11 by 17 format and mounted it on a foam board to make it more durable and visually clear for public display.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chose to place it in the Rutgers Art Library because it is a high-traffic study space where students frequently pass by and engage with visual materials.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location is especially relevant for students who may be considering moving to New York City for jobs, as it gives them a quick understanding of housing trends, including which areas are more expensive and where most activity occurs.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Overall, the goal of the physical installation is to make the data accessible and easy to understand in a real-world setting.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675f1a6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675f1a6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slide highlights the key insights and design decisions from our dashboard.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Starting with the insights, Manhattan is a clear price outlier, with average sale prices significantly higher than the other boroughs.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terms of activity, Queens has the highest transaction volume, followed by Brooklyn.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also see that sales occur across the entire city, but higher-value properties are concentrated in Manhattan.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terms of design choices, we used darker colors to emphasize higher-price areas, which helps Manhattan stand out immediately.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horizontal bar chart makes it easy to compare boroughs at a glance.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Finally, the map and treemap complement each other—one shows where activity happens geographically, while the other shows how much activity occurs across boroughs.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675f1a66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675f1a66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675f1a66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675f1a66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9da1e3e4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9da1e3e4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9da1e3e4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9da1e3e4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rutgers.instructure.com/courses/383234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81318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NYC Housing Price Disparities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Amrit Chandrasekaran, Zain Sadiq, Frank Schneider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Visualization</a:t>
            </a:r>
            <a:r>
              <a:rPr lang="en"/>
              <a:t> </a:t>
            </a:r>
            <a:r>
              <a:rPr lang="en">
                <a:uFill>
                  <a:noFill/>
                </a:uFill>
                <a:hlinkClick r:id="rId3"/>
              </a:rPr>
              <a:t>04:547:321:11</a:t>
            </a:r>
            <a:endParaRPr sz="1200">
              <a:solidFill>
                <a:srgbClr val="0066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8171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project is intended to analyze housing disparities across New York City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aim to highlight differences in affordability and housing activity across boroughs and ZIP codes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Using data visualizations, we compare average sale price, transaction volume, and geographic patterns</a:t>
            </a:r>
            <a:endParaRPr/>
          </a:p>
        </p:txBody>
      </p:sp>
      <p:pic>
        <p:nvPicPr>
          <p:cNvPr id="94" name="Google Shape;94;p14" title="iStock-140696018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7850" y="2915476"/>
            <a:ext cx="3788300" cy="20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Dataset: NYC Property Sales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Source: Public dataset from Kaggle containing housing transaction data across NYC boroughs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Contains housing transactions from Sep 2016 - Sep 2017</a:t>
            </a:r>
            <a:endParaRPr/>
          </a:p>
        </p:txBody>
      </p:sp>
      <p:pic>
        <p:nvPicPr>
          <p:cNvPr id="101" name="Google Shape;101;p15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4538" y="3280675"/>
            <a:ext cx="343852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Combined separate boroughed datasets into one dataset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Added a borough column to label each record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Structured the data for analysis in Tableau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7650" y="59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Dashboard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475" y="1132675"/>
            <a:ext cx="6148076" cy="398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Object</a:t>
            </a:r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636" y="1853850"/>
            <a:ext cx="3979793" cy="298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0126" y="1853850"/>
            <a:ext cx="3979796" cy="2984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 &amp; Design Choices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5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Key Insights: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Manhattan is a clear price outlier (~10x higher than Staten Island)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Queens has the highest transactional volume, followed by Brooklyn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Sales occur citywide, but high-value areas are concentrated in Manhattan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Design Choices: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Darker colors emphasize higher-price areas, making Manhattan stand out immediately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Horizontal bar chart makes the ranking across boroughs easy to compare at a glance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Map and treemap complement each other. One shows where activity happens, the other shows how much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Installed at the Rutgers Arts Library for easy student access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Helps students </a:t>
            </a:r>
            <a:r>
              <a:rPr lang="en"/>
              <a:t>considering moving to NYC understand housing trends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poster gives a quick overview, while the dashboard allows deeper exploration.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Roles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Zain: Proposed the project idea and contributed to dataset selection and overall direction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Amrit: Led the development of the Tableau dashboard, including data analysis and visualization design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Frank: Designed and assembled the physical installation and contributed to presentation planning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9450" y="2078875"/>
            <a:ext cx="7943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Printing challenges - difficulty finding printers that support 11x17 and ensuring correct formatting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Designing non-redundant visuals - adjusting the map to show different information than the bar chart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Balancing clarity and detail - simplifying the dashboard while still conveying meaningful insights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27650" y="2304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40"/>
              <a:t>Thank you for your time!</a:t>
            </a:r>
            <a:endParaRPr sz="31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