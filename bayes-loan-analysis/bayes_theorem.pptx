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9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Recitation Assignment 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 Theorem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94360" y="2880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Dataset Analysis  |  2 Conditional Probability Hypotheses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burak3ergun/loan-data-set  •  N = 614 observations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Observations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14400"/>
            <a:ext cx="26517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515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737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26517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515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398 / 213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1737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 / Not Married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43200"/>
            <a:ext cx="26517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803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480 / 134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65760" y="3566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/ Not Graduate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7432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743200"/>
            <a:ext cx="26517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8803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422 / 192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46120" y="3566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Approved / Denied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743200"/>
            <a:ext cx="26517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8803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179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26480" y="3566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Property Area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868680"/>
            <a:ext cx="64008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8686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 Property Area = Rural  |  Married = Yes 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that a loan applicant is married, what is the probability that they live in a rural property area?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Hypothesis (H): Applicant is Married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(E): Property Area = Rural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965960"/>
            <a:ext cx="40233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965960"/>
            <a:ext cx="40233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848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Counts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2514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valid rows (N)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43800" y="2514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9900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 (H)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43800" y="29900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46557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(E)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346557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94106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 AND Rural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394106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— Part 1: Direct Probability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Filter to Married = Yes, then compute % who are Rural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109728" cy="2103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P(Rural | Married)  =  |Rural ∩ Married| / |Married|
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=  116 / 398
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=  0.2915  ≈  29.15%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3657600"/>
            <a:ext cx="4572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Result:  P(Rural | Married) = 0.2915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Code: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412480" cy="59436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married &lt;- df[df$Married == "Yes",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p_rural_given_married &lt;- nrow(married[married$Property_Area == "Rural", ]) / nrow(married)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— Part 2: Bayes Theorem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777240"/>
            <a:ext cx="6949440" cy="64008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7772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D9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P(E|H)  =  P(H|E) × P(E) / P(H)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" y="1600200"/>
            <a:ext cx="2788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00200"/>
            <a:ext cx="2788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190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= P(Married)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398/611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2651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0.6514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3063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65.1% of applicants are married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600200"/>
            <a:ext cx="2788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600200"/>
            <a:ext cx="2788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7190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P(E) = P(Rural)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179/611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91840" y="2651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0.2930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3063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29.3% live in rural areas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600200"/>
            <a:ext cx="2788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600200"/>
            <a:ext cx="2788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7190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P(H|E) = P(Married|Rural)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116/179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63640" y="2651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0.6480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3063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64.8% of rural applicants are married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D9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P(Rural|Married)  =  0.6480 × 0.2930 / 0.6514  =  0.2915  ✓  matches direct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412480" cy="64008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Code: p_married_rural &lt;- nrow(df[df$Married=="Yes" &amp; df$Property_Area=="Rural",]) / nrow(df[df$Property_Area=="Rural",])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p_bayes_h1 &lt;- p_married_rural * p_rural / p_married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— Parts 3 &amp; 4: Support &amp; Confidence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 = P(H ∩ E) = P(Married AND Rural)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|Married ∩ Rural| /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116 / 611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0.1899 ≈ 18.99%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32918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175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= 0.1899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68680"/>
            <a:ext cx="4114800" cy="73152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Assessment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146304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18.99%  →  MODERATE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out of 611 observations contain both Married AND Rural. This is a reasonable sample size — not too small to be spurious.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HIGH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 and Bayes methods agree exactly (0.2915). With ~116 joint observations, the estimate is trustworthy and unlikely to be a random coincidence.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support_h1 &lt;- nrow(df[df$Married=="Yes" &amp; df$Property_Area=="Rural",]) / nrow(df)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868680"/>
            <a:ext cx="64008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8686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 Loan Status = Approved  |  Education = Graduate 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that an applicant is a Graduate, what is the probability their loan is approved?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Hypothesis (H): Education = Graduate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(E): Loan Status = Y (Approved)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965960"/>
            <a:ext cx="40233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965960"/>
            <a:ext cx="40233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848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Counts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2514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valid rows (N)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43800" y="2514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9900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(H)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43800" y="29900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46557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Approved (E)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346557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94106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AND Approved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394106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— Part 1: Direct Probability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Filter to Education = Graduate, then compute % whose loan was approved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109728" cy="2103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P(Loan=Y | Graduate)  =  |Loan=Y ∩ Graduate| / |Graduate|
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=  340 / 480
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=  0.7083  ≈  70.83%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3657600"/>
            <a:ext cx="4572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Result:  P(Loan=Y | Graduate) = 0.7083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Code: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412480" cy="59436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grads &lt;- df[df$Education == "Graduate",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p_approved_given_grad &lt;- nrow(grads[grads$Loan_Status == "Y", ]) / nrow(grads)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— Part 2: Bayes Theorem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777240"/>
            <a:ext cx="6949440" cy="64008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7772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D9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P(E|H)  =  P(H|E) × P(E) / P(H)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" y="1600200"/>
            <a:ext cx="2788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00200"/>
            <a:ext cx="2788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190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= P(Graduate)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480/614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2651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0.7818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3063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78.2% of applicants are graduates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600200"/>
            <a:ext cx="2788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600200"/>
            <a:ext cx="2788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7190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P(E) = P(Loan=Y)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422/614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91840" y="2651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0.6873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3063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68.7% get approved overall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600200"/>
            <a:ext cx="2788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600200"/>
            <a:ext cx="2788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7190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P(H|E) = P(Grad|Loan=Y)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340/422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63640" y="2651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0.8057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3063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80.6% of approved are graduates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D9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P(Loan=Y|Graduate)  =  0.8057 × 0.6873 / 0.7818  =  0.7083  ✓  matches direct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412480" cy="64008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Code: p_grad_approved &lt;- nrow(df[df$Education=="Graduate" &amp; df$Loan_Status=="Y",]) / nrow(df[df$Loan_Status=="Y",])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p_bayes_h2 &lt;- p_grad_approved * p_approved / p_graduate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— Parts 3 &amp; 4: Support &amp; Confidence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 = P(H ∩ E) = P(Graduate AND Loan=Y)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|Graduate ∩ Loan=Y| /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340 / 614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0.5537 ≈ 55.37%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32918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175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= 0.5537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68680"/>
            <a:ext cx="4114800" cy="73152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Assessment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146304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55.37%  →  VERY HIGH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out of 614 observations (over half) contain both Graduate AND Loan Approved. This is an extremely strong sample.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VERY HIGH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over half the dataset supporting this hypothesis, the probability estimate of 70.83% is highly reliable and statistically robust.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support_h2 &lt;- nrow(df[df$Education=="Graduate" &amp; df$Loan_Status=="Y",]) / nrow(df)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97280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14173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9272" y="109728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14173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09728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097280"/>
            <a:ext cx="132588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097280"/>
            <a:ext cx="1207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1097280"/>
            <a:ext cx="155448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54112" y="1097280"/>
            <a:ext cx="1435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2697480" cy="56692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691640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P(Rural | Married)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691640"/>
            <a:ext cx="1417320" cy="56692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169164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0.2915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691640"/>
            <a:ext cx="1417320" cy="56692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69164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0.2915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1691640"/>
            <a:ext cx="1325880" cy="56692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1691640"/>
            <a:ext cx="1207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18.99%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80960" y="1691640"/>
            <a:ext cx="1554480" cy="56692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1691640"/>
            <a:ext cx="1435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286000"/>
            <a:ext cx="2697480" cy="566928"/>
          </a:xfrm>
          <a:prstGeom prst="rect">
            <a:avLst/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286000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P(Loan=Y | Graduate)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2286000"/>
            <a:ext cx="1417320" cy="566928"/>
          </a:xfrm>
          <a:prstGeom prst="rect">
            <a:avLst/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228600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0.7083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286000"/>
            <a:ext cx="1417320" cy="566928"/>
          </a:xfrm>
          <a:prstGeom prst="rect">
            <a:avLst/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28600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0.7083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2286000"/>
            <a:ext cx="1325880" cy="566928"/>
          </a:xfrm>
          <a:prstGeom prst="rect">
            <a:avLst/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2286000"/>
            <a:ext cx="1207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55.37%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80960" y="2286000"/>
            <a:ext cx="1554480" cy="566928"/>
          </a:xfrm>
          <a:prstGeom prst="rect">
            <a:avLst/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54112" y="2286000"/>
            <a:ext cx="1435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D9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" y="3108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D9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4360" y="3566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hypotheses confirmed: Direct and Bayes theorem produce identical results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H2 (Loan=Y | Graduate) has much stronger support (55%) → more reliable estimate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H1 (Rural | Married) still credible with ~19% support across 611 observations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Recitation Assignment 6: Bayes Theorem</dc:title>
  <dc:subject>PptxGenJS Presentation</dc:subject>
  <dc:creator>PptxGenJS</dc:creator>
  <cp:lastModifiedBy>PptxGenJS</cp:lastModifiedBy>
  <cp:revision>1</cp:revision>
  <dcterms:created xsi:type="dcterms:W3CDTF">2026-03-11T23:55:11Z</dcterms:created>
  <dcterms:modified xsi:type="dcterms:W3CDTF">2026-03-11T23:55:11Z</dcterms:modified>
</cp:coreProperties>
</file>